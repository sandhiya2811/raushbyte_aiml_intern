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/>
      <p:italic r:id="rId18"/>
    </p:embeddedFont>
    <p:embeddedFont>
      <p:font typeface="Space Grotesk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89077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902172"/>
            <a:ext cx="2247900" cy="276225"/>
          </a:xfrm>
          <a:prstGeom prst="roundRect">
            <a:avLst>
              <a:gd name="adj" fmla="val 20689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28907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36889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AI/ML Internship — 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60427"/>
            <a:ext cx="952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Inter"/>
              </a:rPr>
              <a:t>Projects, Technical Implementation &amp; 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1959322"/>
            <a:ext cx="2076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RAUSHBYTE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1959322"/>
            <a:ext cx="2035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AI/ML Internship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65302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55802"/>
            <a:ext cx="1219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Inter"/>
              </a:rPr>
              <a:t>Sandhiya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6450" y="4565302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6450" y="4755802"/>
            <a:ext cx="2583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Inter"/>
              </a:rPr>
              <a:t>RaushByte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548187"/>
            <a:ext cx="10668000" cy="514350"/>
          </a:xfrm>
          <a:prstGeom prst="roundRect">
            <a:avLst>
              <a:gd name="adj" fmla="val 1481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67012"/>
            <a:ext cx="34544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2767012"/>
            <a:ext cx="34544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75699" y="2767012"/>
            <a:ext cx="3454449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0125" y="3005137"/>
            <a:ext cx="619125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06974" y="3005137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13824" y="3005137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71011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Journey &amp;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Internship Overview &amp;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714875"/>
            <a:ext cx="2845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Inter"/>
              </a:rPr>
              <a:t>Structured Hands-On Curriculum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043237"/>
            <a:ext cx="523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Inter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338512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Foundations &amp;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614737"/>
            <a:ext cx="30734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AI Research, Rule-Based Chatbot, and Core AI Concepts &amp; Ecosystem Study.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224" y="3043237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Inter"/>
              </a:rPr>
              <a:t>LEVEL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974" y="3338512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Interactive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6974" y="3614737"/>
            <a:ext cx="30734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Face Detection, Voice Assistant, and Python-based Task Automation.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9074" y="3043237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Inter"/>
              </a:rPr>
              <a:t>LEVEL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824" y="3338512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Advanced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824" y="3614737"/>
            <a:ext cx="30734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Smart AI Assistant with tools &amp; memory, and Computer Vision Object Detection.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4710112"/>
            <a:ext cx="4905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Inter"/>
              </a:rPr>
              <a:t>Total 8 Completed Tasks Across 3 Progressive Levels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2410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32410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4805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44805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57200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572000"/>
            <a:ext cx="523875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5622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5622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68617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368617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81012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481012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37" y="2686050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912" y="2686050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762" y="3810000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381000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4933950"/>
            <a:ext cx="2667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912" y="4933950"/>
            <a:ext cx="2381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Technologies &amp; Tools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725" y="2595562"/>
            <a:ext cx="41005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Python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725" y="2824162"/>
            <a:ext cx="3905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Core programming for all project implementations.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8975" y="2595562"/>
            <a:ext cx="43505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OpenCV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8975" y="2824162"/>
            <a:ext cx="4143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Image processing, face detection &amp; object detection.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725" y="3719512"/>
            <a:ext cx="433804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Speech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725" y="3948112"/>
            <a:ext cx="4131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Voice command input and audio response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8975" y="3719512"/>
            <a:ext cx="437554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Task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8975" y="3948112"/>
            <a:ext cx="4167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Scripted file organization and workspace automation.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9725" y="4843462"/>
            <a:ext cx="51881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LLM &amp; Tool Concepts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9725" y="5072062"/>
            <a:ext cx="4941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Rule-based logic, conversational memory, and tools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975" y="4843462"/>
            <a:ext cx="497562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Research &amp;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8975" y="5072062"/>
            <a:ext cx="4738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Technical reporting, requirement tracking, and diagramming.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3038475"/>
            <a:ext cx="54578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19500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3865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0998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005262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300537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886075"/>
            <a:ext cx="1524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3705225"/>
            <a:ext cx="1714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524375"/>
            <a:ext cx="1333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1 — Task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Artificial Intelligence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352800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Research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705225"/>
            <a:ext cx="3548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Comprehensive AI research report in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000500"/>
            <a:ext cx="3488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Structural AI workflow and area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295775"/>
            <a:ext cx="395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Complete source documentation &amp;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2781300"/>
            <a:ext cx="573821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Healthcare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009900"/>
            <a:ext cx="4467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Diagnostic support, clinical workflow enhancement, and patient monitoring.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3600450"/>
            <a:ext cx="573821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Education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3829050"/>
            <a:ext cx="4467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Personalized tutoring systems, automated assessment, and smart content delivery.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4419600"/>
            <a:ext cx="573821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Business &amp; Daily 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4648200"/>
            <a:ext cx="4467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Process automation, customer service assistants, and smart home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48375" y="2871787"/>
            <a:ext cx="5381625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109912"/>
            <a:ext cx="4905375" cy="1295400"/>
          </a:xfrm>
          <a:prstGeom prst="roundRect">
            <a:avLst>
              <a:gd name="adj" fmla="val 5882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02210"/>
            <a:ext cx="4905375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145160"/>
            <a:ext cx="4905375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888110"/>
            <a:ext cx="4905375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356413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3925" y="430708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925" y="505003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1 — 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Basic Rule-Based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350740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Developed a foundational rule-based conversational agent in Python (`chatbot/chatbot.py`) to demonstrate pattern matching and response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3328" y="4557712"/>
            <a:ext cx="6131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4748B"/>
                </a:solidFill>
                <a:latin typeface="Inter"/>
              </a:rPr>
              <a:t>Demonstrated via </a:t>
            </a:r>
            <a:r>
              <a:rPr sz="1050" b="0" i="1" u="none">
                <a:solidFill>
                  <a:srgbClr val="2563EB"/>
                </a:solidFill>
                <a:latin typeface="Inter"/>
              </a:rPr>
              <a:t>chatbot_demo.png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300412"/>
            <a:ext cx="565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0A5FA"/>
                </a:solidFill>
                <a:latin typeface="monospace"/>
              </a:rPr>
              <a:t>&gt; User: Hello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529012"/>
            <a:ext cx="565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DE80"/>
                </a:solidFill>
                <a:latin typeface="monospace"/>
              </a:rPr>
              <a:t>&gt; Bot: Hello! How can I assist you today?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833812"/>
            <a:ext cx="565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0A5FA"/>
                </a:solidFill>
                <a:latin typeface="monospace"/>
              </a:rPr>
              <a:t>&gt; User: What can you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062412"/>
            <a:ext cx="565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DE80"/>
                </a:solidFill>
                <a:latin typeface="monospace"/>
              </a:rPr>
              <a:t>&gt; Bot: I am a rule-based AI chatbot ready to help!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356413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4925" y="3606998"/>
            <a:ext cx="2845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User Input Capture &amp; Sanitization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30708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4349948"/>
            <a:ext cx="3190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Rule-Based Keyword Matching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505003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4925" y="5092898"/>
            <a:ext cx="383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Predefined Response &amp; Conversational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50431"/>
            <a:ext cx="180975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450431"/>
            <a:ext cx="161925" cy="161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450431"/>
            <a:ext cx="161925" cy="161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1 — Task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AI Concepts, Tools &amp;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440906"/>
            <a:ext cx="3842081" cy="19050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AI Hierarchy &amp;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Explored AI, Machine Learning, and Deep Learning distinctions alongside standard development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440906"/>
            <a:ext cx="3842081" cy="19050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Responsible AI &amp;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Studied model evaluation, ethical AI guidelines, and the full AI development lifecycle phases.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425" y="3440906"/>
            <a:ext cx="3842081" cy="19050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Future AI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Examined generative AI trends, intelligent tasks, and scalable enterprise integration strategies.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747962"/>
            <a:ext cx="5457825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73698"/>
            <a:ext cx="48291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062287"/>
            <a:ext cx="4829175" cy="1390650"/>
          </a:xfrm>
          <a:prstGeom prst="roundRect">
            <a:avLst>
              <a:gd name="adj" fmla="val 5479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443287"/>
            <a:ext cx="4067175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2 — 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Face Detection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22227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Built a Python and OpenCV-powered face detection system (</a:t>
            </a:r>
            <a:r>
              <a:rPr sz="1350" b="0" i="0" u="none">
                <a:solidFill>
                  <a:srgbClr val="2563EB"/>
                </a:solidFill>
                <a:latin typeface="Inter"/>
              </a:rPr>
              <a:t>src/face_detection.py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) to process visual inputs and identify 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3853" y="3443287"/>
            <a:ext cx="527446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monospace"/>
              </a:rPr>
              <a:t>[OpenCV Face Detection Feed]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2853" y="4605337"/>
            <a:ext cx="6036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4748B"/>
                </a:solidFill>
                <a:latin typeface="Inter"/>
              </a:rPr>
              <a:t>Verified via project demo screenshots &amp;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73723"/>
            <a:ext cx="58132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Processing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378523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Input Image / Video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OpenCV Processing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Face Detection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Detection Output &amp; Bounding Boxes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4128A1-BCEB-E354-140D-0976331B7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14851"/>
            <a:ext cx="2136379" cy="1631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21FC78-94C7-BF52-196C-020E24737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948" y="2914850"/>
            <a:ext cx="2684727" cy="1631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747962"/>
            <a:ext cx="5457825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062287"/>
            <a:ext cx="4829175" cy="1390650"/>
          </a:xfrm>
          <a:prstGeom prst="roundRect">
            <a:avLst>
              <a:gd name="adj" fmla="val 5479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611760"/>
            <a:ext cx="4829175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202310"/>
            <a:ext cx="4829175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792860"/>
            <a:ext cx="4829175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443287"/>
            <a:ext cx="406717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773685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364235"/>
            <a:ext cx="1905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954785"/>
            <a:ext cx="1905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2 — 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Voice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60290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Developed an interactive voice assistant (</a:t>
            </a:r>
            <a:r>
              <a:rPr sz="1350" b="0" i="0" u="none">
                <a:solidFill>
                  <a:srgbClr val="2563EB"/>
                </a:solidFill>
                <a:latin typeface="Inter"/>
              </a:rPr>
              <a:t>src/voice_assistant.py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) capable of capturing audio commands and executing automated tasks.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3853" y="3443287"/>
            <a:ext cx="527446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monospace"/>
              </a:rPr>
              <a:t>[Voice Command Active &amp; Executing]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2853" y="4605337"/>
            <a:ext cx="6036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4748B"/>
                </a:solidFill>
                <a:latin typeface="Inter"/>
              </a:rPr>
              <a:t>Demonstrated via voice assistant demo 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754635"/>
            <a:ext cx="3024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Voice Input &amp; Speech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4345185"/>
            <a:ext cx="3571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Command Processing &amp; Task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8725" y="4935735"/>
            <a:ext cx="3012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Voice Response &amp; User Feedback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2B24C3-1BAB-240A-2965-C8913A8726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904" t="4090" r="60391" b="67096"/>
          <a:stretch>
            <a:fillRect/>
          </a:stretch>
        </p:blipFill>
        <p:spPr>
          <a:xfrm>
            <a:off x="6054394" y="2968824"/>
            <a:ext cx="5061282" cy="1566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695575"/>
            <a:ext cx="5457825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73698"/>
            <a:ext cx="48291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009900"/>
            <a:ext cx="4829175" cy="1333500"/>
          </a:xfrm>
          <a:prstGeom prst="roundRect">
            <a:avLst>
              <a:gd name="adj" fmla="val 5714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2 — Task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AI Automation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822227"/>
            <a:ext cx="49244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Created an automation assistant (</a:t>
            </a:r>
            <a:r>
              <a:rPr sz="1350" b="0" i="0" u="none">
                <a:solidFill>
                  <a:srgbClr val="2563EB"/>
                </a:solidFill>
                <a:latin typeface="Inter"/>
              </a:rPr>
              <a:t>src/automation_assistant.py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) to handle repetitive computer and file management tasks using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2853" y="4495800"/>
            <a:ext cx="603646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4748B"/>
                </a:solidFill>
                <a:latin typeface="Inter"/>
              </a:rPr>
              <a:t>Demonstrated via </a:t>
            </a:r>
            <a:r>
              <a:rPr sz="1050" b="0" i="1" u="none">
                <a:solidFill>
                  <a:srgbClr val="2563EB"/>
                </a:solidFill>
                <a:latin typeface="Inter"/>
              </a:rPr>
              <a:t>automation_menu.png</a:t>
            </a:r>
            <a:r>
              <a:rPr sz="1050" b="0" i="1" u="none">
                <a:solidFill>
                  <a:srgbClr val="64748B"/>
                </a:solidFill>
                <a:latin typeface="Inter"/>
              </a:rPr>
              <a:t> &amp; </a:t>
            </a:r>
            <a:r>
              <a:rPr sz="1050" b="0" i="1" u="none">
                <a:solidFill>
                  <a:srgbClr val="2563EB"/>
                </a:solidFill>
                <a:latin typeface="Inter"/>
              </a:rPr>
              <a:t>file_organization_demo.png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073723"/>
            <a:ext cx="58132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Automation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378523"/>
            <a:ext cx="4524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User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Automation Menu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Selected Action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Automated Task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3295650"/>
            <a:ext cx="5322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monospace"/>
              </a:rPr>
              <a:t>[Automation Menu]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524250"/>
            <a:ext cx="5322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monospace"/>
              </a:rPr>
              <a:t>1. File 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714750"/>
            <a:ext cx="5322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monospace"/>
              </a:rPr>
              <a:t>2. Workspace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3905250"/>
            <a:ext cx="5322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DE80"/>
                </a:solidFill>
                <a:latin typeface="monospace"/>
              </a:rPr>
              <a:t>Status: Action Executed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690812"/>
            <a:ext cx="5457825" cy="2447925"/>
          </a:xfrm>
          <a:prstGeom prst="roundRect">
            <a:avLst>
              <a:gd name="adj" fmla="val 46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005137"/>
            <a:ext cx="4829175" cy="409575"/>
          </a:xfrm>
          <a:prstGeom prst="roundRect">
            <a:avLst>
              <a:gd name="adj" fmla="val 18604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709987"/>
            <a:ext cx="4829175" cy="409575"/>
          </a:xfrm>
          <a:prstGeom prst="roundRect">
            <a:avLst>
              <a:gd name="adj" fmla="val 1860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6500" y="4414837"/>
            <a:ext cx="4829175" cy="409575"/>
          </a:xfrm>
          <a:prstGeom prst="roundRect">
            <a:avLst>
              <a:gd name="adj" fmla="val 18604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490912"/>
            <a:ext cx="48291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195762"/>
            <a:ext cx="48291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43262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67137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91012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3 — 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Smart AI Assistant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153" y="3119437"/>
            <a:ext cx="58078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4ED8"/>
                </a:solidFill>
                <a:latin typeface="Inter"/>
              </a:rP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153" y="3824287"/>
            <a:ext cx="58078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Inter"/>
              </a:rPr>
              <a:t>AI Assistant &amp; LLM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153" y="4529137"/>
            <a:ext cx="58078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4ED8"/>
                </a:solidFill>
                <a:latin typeface="Inter"/>
              </a:rPr>
              <a:t>Tools &amp; Task Execution +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3205162"/>
            <a:ext cx="35504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Advanced Question Answering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3414712"/>
            <a:ext cx="3381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Context-aware processing for user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3729037"/>
            <a:ext cx="36504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Tool-Based Task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3938587"/>
            <a:ext cx="3476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Executing external actions via modular tools.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4252912"/>
            <a:ext cx="383797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Conversation Memory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4462462"/>
            <a:ext cx="3655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Maintaining contextual history across sessions.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352800"/>
            <a:ext cx="169158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06030" y="3429000"/>
            <a:ext cx="169158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50060" y="3429000"/>
            <a:ext cx="169158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4091" y="3429000"/>
            <a:ext cx="169158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38121" y="3429000"/>
            <a:ext cx="1691580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80" y="381952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110" y="38195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141" y="381952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171" y="3819525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3 —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Smart AI Assistant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583" y="3552825"/>
            <a:ext cx="161441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583" y="3819525"/>
            <a:ext cx="16144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Inter"/>
              </a:rPr>
              <a:t>Application entry point &amp; interface handler.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614" y="3629025"/>
            <a:ext cx="161441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assistant.py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614" y="3895725"/>
            <a:ext cx="16144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Inter"/>
              </a:rPr>
              <a:t>Core assistant logic &amp; orchestration.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8644" y="3629025"/>
            <a:ext cx="161441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llm.py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8644" y="3895725"/>
            <a:ext cx="16144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Inter"/>
              </a:rPr>
              <a:t>LLM integration &amp; prompt processing.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2675" y="3629025"/>
            <a:ext cx="161441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tools.py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2675" y="3895725"/>
            <a:ext cx="16144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Inter"/>
              </a:rPr>
              <a:t>External tool execution modules.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6705" y="3629025"/>
            <a:ext cx="161441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config.py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6705" y="3895725"/>
            <a:ext cx="16144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Inter"/>
              </a:rPr>
              <a:t>Configuration and environment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34075" y="2786062"/>
            <a:ext cx="5495925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100387"/>
            <a:ext cx="4867275" cy="1314450"/>
          </a:xfrm>
          <a:prstGeom prst="roundRect">
            <a:avLst>
              <a:gd name="adj" fmla="val 5797"/>
            </a:avLst>
          </a:prstGeom>
          <a:solidFill>
            <a:srgbClr val="09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626048"/>
            <a:ext cx="4867275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207073"/>
            <a:ext cx="4867275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788098"/>
            <a:ext cx="4867275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150" y="3386137"/>
            <a:ext cx="4295775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787973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368998"/>
            <a:ext cx="1619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950023"/>
            <a:ext cx="1428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Level 3 — 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Computer Vision Object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74577"/>
            <a:ext cx="49625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Built an advanced object detection system (</a:t>
            </a:r>
            <a:r>
              <a:rPr sz="1350" b="0" i="0" u="none">
                <a:solidFill>
                  <a:srgbClr val="2563EB"/>
                </a:solidFill>
                <a:latin typeface="Inter"/>
              </a:rPr>
              <a:t>object_detection.py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, </a:t>
            </a:r>
            <a:r>
              <a:rPr sz="1350" b="0" i="0" u="none">
                <a:solidFill>
                  <a:srgbClr val="2563EB"/>
                </a:solidFill>
                <a:latin typeface="Inter"/>
              </a:rPr>
              <a:t>detector.py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) supporting multiple input 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740" y="3386137"/>
            <a:ext cx="551259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monospace"/>
              </a:rPr>
              <a:t>[Input] → [Object Detector] → [Bounding Boxes &amp; Labels] → [Output]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9990" y="4567237"/>
            <a:ext cx="6084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 u="none">
                <a:solidFill>
                  <a:srgbClr val="64748B"/>
                </a:solidFill>
                <a:latin typeface="Inter"/>
              </a:rPr>
              <a:t>Verified via image, video, and webcam detection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3240" y="3775471"/>
            <a:ext cx="4657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Inter"/>
              </a:rPr>
              <a:t>Static Image Object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3239" y="4352924"/>
            <a:ext cx="4657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Video Stream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929583"/>
            <a:ext cx="4657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Inter"/>
              </a:rPr>
              <a:t>Real-Time Webcam Detection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BF5159-1780-00F7-87AA-9A91D90F7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138" y="3100387"/>
            <a:ext cx="4867274" cy="1312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100512"/>
            <a:ext cx="10668000" cy="590550"/>
          </a:xfrm>
          <a:prstGeom prst="roundRect">
            <a:avLst>
              <a:gd name="adj" fmla="val 19354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138487"/>
            <a:ext cx="2581275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57575" y="3138487"/>
            <a:ext cx="2581275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53150" y="3138487"/>
            <a:ext cx="2581275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48725" y="3138487"/>
            <a:ext cx="2581275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Milestone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Project Progression &amp;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740" y="3290887"/>
            <a:ext cx="29217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315" y="3290887"/>
            <a:ext cx="29217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2890" y="3290887"/>
            <a:ext cx="29217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8465" y="3290887"/>
            <a:ext cx="29217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PHASE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60734" y="4300537"/>
            <a:ext cx="12513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40AF"/>
                </a:solidFill>
                <a:latin typeface="Inter"/>
              </a:rPr>
              <a:t>Systematic progression from basic AI concepts and rule-based logic to advanced computer vision and intelligent assistant architectures.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202" y="3529012"/>
            <a:ext cx="296287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Research &amp;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6777" y="3529012"/>
            <a:ext cx="296287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Face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2352" y="3529012"/>
            <a:ext cx="296287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Voice &amp;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7927" y="3529012"/>
            <a:ext cx="296287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Smart Assistant &amp; CV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3845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83845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61950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61950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40055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400550"/>
            <a:ext cx="52387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38475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038475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819525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381952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600575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4600575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Skill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Key Learning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3043237"/>
            <a:ext cx="2655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Python-Based AI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3043237"/>
            <a:ext cx="3357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Computer Vision &amp; OpenCV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3824287"/>
            <a:ext cx="3345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Voice Interaction &amp; Speech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3824287"/>
            <a:ext cx="2452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Task Automation &amp; Scripting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4605337"/>
            <a:ext cx="300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AI Assistant Architecture &amp;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605337"/>
            <a:ext cx="3262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Technical Documentation &amp; Reporting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202781"/>
            <a:ext cx="3403550" cy="1423987"/>
          </a:xfrm>
          <a:prstGeom prst="roundRect">
            <a:avLst>
              <a:gd name="adj" fmla="val 8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0763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Engineering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Practical Experience &amp;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440906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Component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Successfully integrating multi-module Python scripts, config files, and external tools into unified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3440906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Workflow &amp;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Refining user input handling, debugging Python applications, and ensuring reliable computer vision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4425" y="3440906"/>
            <a:ext cx="38420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Structured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745706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Maintaining rigorous project organization, requirements tracking, and professional technical presentations.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41106" y="2126456"/>
            <a:ext cx="2109787" cy="276225"/>
          </a:xfrm>
          <a:prstGeom prst="roundRect">
            <a:avLst>
              <a:gd name="adj" fmla="val 20689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91000" y="4093368"/>
            <a:ext cx="3810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91000" y="4093368"/>
            <a:ext cx="3810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10732" y="2183606"/>
            <a:ext cx="237053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INTERNSHIP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5812" y="2597943"/>
            <a:ext cx="30003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331368"/>
            <a:ext cx="833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Hands-on exposure to AI concepts, Python development, computer vision, and practical project engineering at RaushByte Technologies.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4750" y="4331493"/>
            <a:ext cx="4762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2E8F0"/>
                </a:solidFill>
                <a:latin typeface="Inter"/>
              </a:rPr>
              <a:t>Sandhiya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4750" y="4569618"/>
            <a:ext cx="4762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AI/ML Intern — RaushByte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940</Words>
  <Application>Microsoft Office PowerPoint</Application>
  <PresentationFormat>Widescreen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Space Grotesk</vt:lpstr>
      <vt:lpstr>Inter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Sandhiya</dc:creator>
  <cp:keywords/>
  <dc:description>generated using python-pptx</dc:description>
  <cp:lastModifiedBy>sandy bose</cp:lastModifiedBy>
  <cp:revision>2</cp:revision>
  <dcterms:created xsi:type="dcterms:W3CDTF">2013-01-27T09:14:16Z</dcterms:created>
  <dcterms:modified xsi:type="dcterms:W3CDTF">2026-09-22T14:50:38Z</dcterms:modified>
  <cp:category/>
</cp:coreProperties>
</file>